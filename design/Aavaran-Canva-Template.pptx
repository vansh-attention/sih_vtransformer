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762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1143000"/>
            <a:ext cx="6934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450" b="1">
                <a:solidFill>
                  <a:srgbClr val="1A1A1A"/>
                </a:solidFill>
                <a:latin typeface="Helvetica Neue"/>
              </a:rPr>
              <a:t>Aavaran — side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714500"/>
            <a:ext cx="6934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>
                <a:solidFill>
                  <a:srgbClr val="6E6E6E"/>
                </a:solidFill>
                <a:latin typeface="Helvetica Neue"/>
              </a:rPr>
              <a:t>Blank canvas. Design whatever you like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28575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Page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285750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800 × 1800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3650" y="321945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6E6E6E"/>
                </a:solidFill>
                <a:latin typeface="Helvetica Neue"/>
              </a:rPr>
              <a:t>already set on every page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39052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Why that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650" y="390525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the panel at 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426720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6E6E6E"/>
                </a:solidFill>
                <a:latin typeface="Helvetica Neue"/>
              </a:rPr>
              <a:t>it is really 400 × 900, so halve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" y="495300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One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3650" y="495300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use even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3650" y="5314950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6E6E6E"/>
                </a:solidFill>
                <a:latin typeface="Helvetica Neue"/>
              </a:rPr>
              <a:t>odd numbers land on half a pixel in the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6096000"/>
            <a:ext cx="693420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75" b="0">
                <a:solidFill>
                  <a:srgbClr val="6E6E6E"/>
                </a:solidFill>
                <a:latin typeface="Helvetica Neue"/>
              </a:rPr>
              <a:t>The grey dashed lines are guides, not constraints. They show where the current design puts its margins. Move them, ignore them or delete them — colour, type, spacing and mood are all yours.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" y="7734300"/>
            <a:ext cx="69342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75" b="0">
                <a:solidFill>
                  <a:srgbClr val="6E6E6E"/>
                </a:solidFill>
                <a:latin typeface="Helvetica Neue"/>
              </a:rPr>
              <a:t>One screen per page. If a screen is longer than the page, carry on to a new page and put -cont after the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" y="8782050"/>
            <a:ext cx="693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1A1A1A"/>
                </a:solidFill>
                <a:latin typeface="Helvetica Neue"/>
              </a:rPr>
              <a:t>The 13 screens, each on its own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" y="9353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0-launch-screen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9372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before the panel appears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" y="97726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1-idle-server-ready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97917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the first screen anyone sees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" y="101917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2-server-offline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02108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agent can't run; scan still 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" y="106108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3-scan-result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06299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the screen that proves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" y="110299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4-run-complete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10490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result, then the full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" y="114490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5-settings-open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114681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server address and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" y="118681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6-scan-ambiguous-field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118872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hidden, kind not named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" y="122872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7-server-unreachable-repo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123063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how to start the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" y="127063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8-scan-only-package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127254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what the emailed zip shows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" y="131254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9-model-not-installed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131445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offers a 6 GB download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" y="135445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10-page-unreadable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135636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we refuse to call it clean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" y="139636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11-model-downloading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139827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a progress bar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" y="1438275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1A1A1A"/>
                </a:solidFill>
                <a:latin typeface="Menlo"/>
              </a:rPr>
              <a:t>12-scan-only-but-server-up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14401800"/>
            <a:ext cx="3162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>
                <a:solidFill>
                  <a:srgbClr val="6E6E6E"/>
                </a:solidFill>
                <a:latin typeface="Helvetica Neue"/>
              </a:rPr>
              <a:t>scan-only, server answered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" y="15182850"/>
            <a:ext cx="69342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E6E6E"/>
                </a:solidFill>
                <a:latin typeface="Helvetica Neue"/>
              </a:rPr>
              <a:t>Sending it back: PNG of each page at 1:1, no scaling, filename = page name. Keep the page names as they are — that is how each design gets matched to the screen it belongs to.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" y="16383000"/>
            <a:ext cx="693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>
                <a:solidFill>
                  <a:srgbClr val="A6A6A6"/>
                </a:solidFill>
                <a:latin typeface="Helvetica Neue"/>
              </a:rPr>
              <a:t>If the import misbehaves, Canva → Custom size → 800 × 1800 px does the same job.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0-launch-screen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before the panel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1-idle-server-ready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the first screen anyone sees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2-server-offline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agent can't run; scan still 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3-scan-result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the screen that proves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4-run-complete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result, then the full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5-settings-open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server address and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6-scan-ambiguous-field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hidden, kind not 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7-server-unreachable-repo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how to start the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8-scan-only-package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what the emailed zip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9-model-not-installed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offers a 6 GB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10-page-unreadable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we refuse to call it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11-model-downloading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a progress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7620000" cy="9525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524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096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top bar ends at 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12-scan-only-but-server-up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1655445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6A6A6"/>
                </a:solidFill>
                <a:latin typeface="Helvetica Neue"/>
              </a:rPr>
              <a:t>scan-only, server answered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100" y="1623060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350" b="0">
                <a:solidFill>
                  <a:srgbClr val="A6A6A6"/>
                </a:solidFill>
                <a:latin typeface="Menlo"/>
              </a:rPr>
              <a:t>800 × 1800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spare-1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77100" y="0"/>
            <a:ext cx="9525" cy="17145000"/>
          </a:xfrm>
          <a:prstGeom prst="rect">
            <a:avLst/>
          </a:prstGeom>
          <a:solidFill>
            <a:srgbClr val="D9D9D9"/>
          </a:solidFill>
          <a:ln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16230600"/>
            <a:ext cx="693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>
                <a:solidFill>
                  <a:srgbClr val="A6A6A6"/>
                </a:solidFill>
                <a:latin typeface="Menlo"/>
              </a:rPr>
              <a:t>spare-2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